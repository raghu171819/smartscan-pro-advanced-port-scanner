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5074900" cy="20104100"/>
  <p:notesSz cx="150749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1093" y="6232271"/>
            <a:ext cx="128190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11426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2187" y="11258296"/>
            <a:ext cx="105568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464B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23" y="8376815"/>
            <a:ext cx="4051699" cy="333044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15" y="13947742"/>
            <a:ext cx="362838" cy="2825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039" y="14755122"/>
            <a:ext cx="544258" cy="26239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837852" y="8901613"/>
            <a:ext cx="0" cy="3128645"/>
          </a:xfrm>
          <a:custGeom>
            <a:avLst/>
            <a:gdLst/>
            <a:ahLst/>
            <a:cxnLst/>
            <a:rect l="l" t="t" r="r" b="b"/>
            <a:pathLst>
              <a:path w="0" h="3128645">
                <a:moveTo>
                  <a:pt x="0" y="3128600"/>
                </a:moveTo>
                <a:lnTo>
                  <a:pt x="0" y="0"/>
                </a:lnTo>
              </a:path>
            </a:pathLst>
          </a:custGeom>
          <a:ln w="3175">
            <a:solidFill>
              <a:srgbClr val="BFDD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003500" y="6529932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 h="0">
                <a:moveTo>
                  <a:pt x="0" y="0"/>
                </a:moveTo>
                <a:lnTo>
                  <a:pt x="8425925" y="0"/>
                </a:lnTo>
              </a:path>
            </a:pathLst>
          </a:custGeom>
          <a:ln w="40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0157" y="13311930"/>
            <a:ext cx="322580" cy="0"/>
          </a:xfrm>
          <a:custGeom>
            <a:avLst/>
            <a:gdLst/>
            <a:ahLst/>
            <a:cxnLst/>
            <a:rect l="l" t="t" r="r" b="b"/>
            <a:pathLst>
              <a:path w="322580" h="0">
                <a:moveTo>
                  <a:pt x="0" y="0"/>
                </a:moveTo>
                <a:lnTo>
                  <a:pt x="322523" y="0"/>
                </a:lnTo>
              </a:path>
            </a:pathLst>
          </a:custGeom>
          <a:ln w="40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03154" y="13998202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0" y="0"/>
                </a:moveTo>
                <a:lnTo>
                  <a:pt x="342681" y="0"/>
                </a:lnTo>
              </a:path>
            </a:pathLst>
          </a:custGeom>
          <a:ln w="40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2759835" y="14886322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4" h="0">
                <a:moveTo>
                  <a:pt x="0" y="0"/>
                </a:moveTo>
                <a:lnTo>
                  <a:pt x="423312" y="0"/>
                </a:lnTo>
              </a:path>
            </a:pathLst>
          </a:custGeom>
          <a:ln w="100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11426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464B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11426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54062" y="4623943"/>
            <a:ext cx="656034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766843" y="4623943"/>
            <a:ext cx="656034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11426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93527" y="5518098"/>
            <a:ext cx="7995920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11426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52060" y="7296354"/>
            <a:ext cx="8397875" cy="552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464B5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27625" y="18696814"/>
            <a:ext cx="482600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54062" y="18696814"/>
            <a:ext cx="346868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8500" y="18696814"/>
            <a:ext cx="346868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PROBLEM</a:t>
            </a:r>
            <a:r>
              <a:rPr dirty="0" spc="20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29895" marR="288290" indent="-417830">
              <a:lnSpc>
                <a:spcPct val="116199"/>
              </a:lnSpc>
              <a:spcBef>
                <a:spcPts val="95"/>
              </a:spcBef>
              <a:buChar char="•"/>
              <a:tabLst>
                <a:tab pos="429895" algn="l"/>
                <a:tab pos="433070" algn="l"/>
              </a:tabLst>
            </a:pPr>
            <a:r>
              <a:rPr dirty="0">
                <a:solidFill>
                  <a:srgbClr val="2187B8"/>
                </a:solidFill>
              </a:rPr>
              <a:t>	</a:t>
            </a:r>
            <a:r>
              <a:rPr dirty="0">
                <a:solidFill>
                  <a:srgbClr val="363D46"/>
                </a:solidFill>
              </a:rPr>
              <a:t>In</a:t>
            </a:r>
            <a:r>
              <a:rPr dirty="0" spc="315">
                <a:solidFill>
                  <a:srgbClr val="363D46"/>
                </a:solidFill>
              </a:rPr>
              <a:t> </a:t>
            </a:r>
            <a:r>
              <a:rPr dirty="0" spc="160"/>
              <a:t>today's</a:t>
            </a:r>
            <a:r>
              <a:rPr dirty="0" spc="95"/>
              <a:t> </a:t>
            </a:r>
            <a:r>
              <a:rPr dirty="0" spc="165">
                <a:solidFill>
                  <a:srgbClr val="363D46"/>
                </a:solidFill>
              </a:rPr>
              <a:t>digital</a:t>
            </a:r>
            <a:r>
              <a:rPr dirty="0" spc="15">
                <a:solidFill>
                  <a:srgbClr val="363D46"/>
                </a:solidFill>
              </a:rPr>
              <a:t> </a:t>
            </a:r>
            <a:r>
              <a:rPr dirty="0" spc="180"/>
              <a:t>world,</a:t>
            </a:r>
            <a:r>
              <a:rPr dirty="0" spc="-80"/>
              <a:t> </a:t>
            </a:r>
            <a:r>
              <a:rPr dirty="0" spc="130">
                <a:solidFill>
                  <a:srgbClr val="363D46"/>
                </a:solidFill>
              </a:rPr>
              <a:t>network</a:t>
            </a:r>
            <a:r>
              <a:rPr dirty="0" spc="20">
                <a:solidFill>
                  <a:srgbClr val="363D46"/>
                </a:solidFill>
              </a:rPr>
              <a:t> </a:t>
            </a:r>
            <a:r>
              <a:rPr dirty="0" spc="70"/>
              <a:t>security</a:t>
            </a:r>
            <a:r>
              <a:rPr dirty="0" spc="15"/>
              <a:t> </a:t>
            </a:r>
            <a:r>
              <a:rPr dirty="0" spc="70">
                <a:solidFill>
                  <a:srgbClr val="363D46"/>
                </a:solidFill>
              </a:rPr>
              <a:t>is</a:t>
            </a:r>
            <a:r>
              <a:rPr dirty="0" spc="-130">
                <a:solidFill>
                  <a:srgbClr val="363D46"/>
                </a:solidFill>
              </a:rPr>
              <a:t> </a:t>
            </a:r>
            <a:r>
              <a:rPr dirty="0"/>
              <a:t>a</a:t>
            </a:r>
            <a:r>
              <a:rPr dirty="0" spc="45"/>
              <a:t> </a:t>
            </a:r>
            <a:r>
              <a:rPr dirty="0" spc="75">
                <a:solidFill>
                  <a:srgbClr val="363D46"/>
                </a:solidFill>
              </a:rPr>
              <a:t>major </a:t>
            </a:r>
            <a:r>
              <a:rPr dirty="0" spc="65"/>
              <a:t>concern.</a:t>
            </a:r>
          </a:p>
          <a:p>
            <a:pPr>
              <a:lnSpc>
                <a:spcPct val="100000"/>
              </a:lnSpc>
              <a:spcBef>
                <a:spcPts val="204"/>
              </a:spcBef>
              <a:buClr>
                <a:srgbClr val="2187B8"/>
              </a:buClr>
              <a:buFont typeface="Arial"/>
              <a:buChar char="•"/>
            </a:pPr>
          </a:p>
          <a:p>
            <a:pPr marL="438784" indent="-426084">
              <a:lnSpc>
                <a:spcPct val="100000"/>
              </a:lnSpc>
              <a:buClr>
                <a:srgbClr val="2187B8"/>
              </a:buClr>
              <a:buChar char="•"/>
              <a:tabLst>
                <a:tab pos="438784" algn="l"/>
              </a:tabLst>
            </a:pPr>
            <a:r>
              <a:rPr dirty="0" spc="190">
                <a:solidFill>
                  <a:srgbClr val="363D46"/>
                </a:solidFill>
              </a:rPr>
              <a:t>Many</a:t>
            </a:r>
            <a:r>
              <a:rPr dirty="0" spc="-50">
                <a:solidFill>
                  <a:srgbClr val="363D46"/>
                </a:solidFill>
              </a:rPr>
              <a:t> </a:t>
            </a:r>
            <a:r>
              <a:rPr dirty="0" spc="50"/>
              <a:t>systems</a:t>
            </a:r>
            <a:r>
              <a:rPr dirty="0" spc="40"/>
              <a:t> </a:t>
            </a:r>
            <a:r>
              <a:rPr dirty="0">
                <a:solidFill>
                  <a:srgbClr val="363D46"/>
                </a:solidFill>
              </a:rPr>
              <a:t>have</a:t>
            </a:r>
            <a:r>
              <a:rPr dirty="0" spc="-25">
                <a:solidFill>
                  <a:srgbClr val="363D46"/>
                </a:solidFill>
              </a:rPr>
              <a:t> </a:t>
            </a:r>
            <a:r>
              <a:rPr dirty="0" sz="2400" spc="110" b="1">
                <a:solidFill>
                  <a:srgbClr val="363D46"/>
                </a:solidFill>
                <a:latin typeface="Arial"/>
                <a:cs typeface="Arial"/>
              </a:rPr>
              <a:t>open</a:t>
            </a:r>
            <a:r>
              <a:rPr dirty="0" sz="2400" spc="20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z="2400" spc="80" b="1">
                <a:solidFill>
                  <a:srgbClr val="363D46"/>
                </a:solidFill>
                <a:latin typeface="Arial"/>
                <a:cs typeface="Arial"/>
              </a:rPr>
              <a:t>ports</a:t>
            </a:r>
            <a:r>
              <a:rPr dirty="0" sz="2400" spc="-170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155">
                <a:solidFill>
                  <a:srgbClr val="363D46"/>
                </a:solidFill>
              </a:rPr>
              <a:t>that</a:t>
            </a:r>
            <a:r>
              <a:rPr dirty="0" spc="-70">
                <a:solidFill>
                  <a:srgbClr val="363D46"/>
                </a:solidFill>
              </a:rPr>
              <a:t> </a:t>
            </a:r>
            <a:r>
              <a:rPr dirty="0" spc="60">
                <a:solidFill>
                  <a:srgbClr val="363D46"/>
                </a:solidFill>
              </a:rPr>
              <a:t>can</a:t>
            </a:r>
            <a:r>
              <a:rPr dirty="0" spc="-40">
                <a:solidFill>
                  <a:srgbClr val="363D46"/>
                </a:solidFill>
              </a:rPr>
              <a:t> </a:t>
            </a:r>
            <a:r>
              <a:rPr dirty="0" spc="65">
                <a:solidFill>
                  <a:srgbClr val="363D46"/>
                </a:solidFill>
              </a:rPr>
              <a:t>be</a:t>
            </a:r>
            <a:r>
              <a:rPr dirty="0" spc="145">
                <a:solidFill>
                  <a:srgbClr val="363D46"/>
                </a:solidFill>
              </a:rPr>
              <a:t> </a:t>
            </a:r>
            <a:r>
              <a:rPr dirty="0" sz="2400" spc="75" b="1">
                <a:solidFill>
                  <a:srgbClr val="363D46"/>
                </a:solidFill>
                <a:latin typeface="Arial"/>
                <a:cs typeface="Arial"/>
              </a:rPr>
              <a:t>exploited</a:t>
            </a:r>
            <a:endParaRPr sz="2400">
              <a:latin typeface="Arial"/>
              <a:cs typeface="Arial"/>
            </a:endParaRPr>
          </a:p>
          <a:p>
            <a:pPr marL="441959">
              <a:lnSpc>
                <a:spcPct val="100000"/>
              </a:lnSpc>
              <a:spcBef>
                <a:spcPts val="395"/>
              </a:spcBef>
            </a:pPr>
            <a:r>
              <a:rPr dirty="0" spc="90"/>
              <a:t>by</a:t>
            </a:r>
            <a:r>
              <a:rPr dirty="0" spc="20"/>
              <a:t> </a:t>
            </a:r>
            <a:r>
              <a:rPr dirty="0" spc="65"/>
              <a:t>attackers.</a:t>
            </a:r>
          </a:p>
          <a:p>
            <a:pPr marL="427355" marR="1096645" indent="-415290">
              <a:lnSpc>
                <a:spcPct val="108100"/>
              </a:lnSpc>
              <a:spcBef>
                <a:spcPts val="2705"/>
              </a:spcBef>
              <a:buChar char="•"/>
              <a:tabLst>
                <a:tab pos="427355" algn="l"/>
                <a:tab pos="433070" algn="l"/>
              </a:tabLst>
            </a:pPr>
            <a:r>
              <a:rPr dirty="0">
                <a:solidFill>
                  <a:srgbClr val="2187B8"/>
                </a:solidFill>
              </a:rPr>
              <a:t>	</a:t>
            </a:r>
            <a:r>
              <a:rPr dirty="0" spc="114"/>
              <a:t>Identifying</a:t>
            </a:r>
            <a:r>
              <a:rPr dirty="0" spc="-110"/>
              <a:t> </a:t>
            </a:r>
            <a:r>
              <a:rPr dirty="0" sz="2400" spc="65" b="1">
                <a:solidFill>
                  <a:srgbClr val="363D46"/>
                </a:solidFill>
                <a:latin typeface="Arial"/>
                <a:cs typeface="Arial"/>
              </a:rPr>
              <a:t>open</a:t>
            </a:r>
            <a:r>
              <a:rPr dirty="0" sz="2400" spc="85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63D46"/>
                </a:solidFill>
                <a:latin typeface="Arial"/>
                <a:cs typeface="Arial"/>
              </a:rPr>
              <a:t>ports</a:t>
            </a:r>
            <a:r>
              <a:rPr dirty="0" sz="2400" spc="50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70">
                <a:solidFill>
                  <a:srgbClr val="363D46"/>
                </a:solidFill>
              </a:rPr>
              <a:t>manually</a:t>
            </a:r>
            <a:r>
              <a:rPr dirty="0" spc="75">
                <a:solidFill>
                  <a:srgbClr val="363D46"/>
                </a:solidFill>
              </a:rPr>
              <a:t> </a:t>
            </a:r>
            <a:r>
              <a:rPr dirty="0" spc="70">
                <a:solidFill>
                  <a:srgbClr val="363D46"/>
                </a:solidFill>
              </a:rPr>
              <a:t>is</a:t>
            </a:r>
            <a:r>
              <a:rPr dirty="0" spc="-180">
                <a:solidFill>
                  <a:srgbClr val="363D46"/>
                </a:solidFill>
              </a:rPr>
              <a:t> </a:t>
            </a:r>
            <a:r>
              <a:rPr dirty="0" sz="2400" b="1">
                <a:solidFill>
                  <a:srgbClr val="363D46"/>
                </a:solidFill>
                <a:latin typeface="Arial"/>
                <a:cs typeface="Arial"/>
              </a:rPr>
              <a:t>difficult</a:t>
            </a:r>
            <a:r>
              <a:rPr dirty="0" sz="2400" spc="110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50"/>
              <a:t>and </a:t>
            </a:r>
            <a:r>
              <a:rPr dirty="0" spc="90"/>
              <a:t>time-</a:t>
            </a:r>
            <a:r>
              <a:rPr dirty="0" spc="95"/>
              <a:t>consuming.</a:t>
            </a:r>
            <a:endParaRPr sz="2400">
              <a:latin typeface="Arial"/>
              <a:cs typeface="Arial"/>
            </a:endParaRPr>
          </a:p>
          <a:p>
            <a:pPr marL="439420" marR="802640" indent="-427355">
              <a:lnSpc>
                <a:spcPct val="110800"/>
              </a:lnSpc>
              <a:spcBef>
                <a:spcPts val="2545"/>
              </a:spcBef>
              <a:buClr>
                <a:srgbClr val="2187B8"/>
              </a:buClr>
              <a:buChar char="•"/>
              <a:tabLst>
                <a:tab pos="441959" algn="l"/>
                <a:tab pos="5945505" algn="l"/>
              </a:tabLst>
            </a:pPr>
            <a:r>
              <a:rPr dirty="0"/>
              <a:t>Lack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340"/>
              <a:t> </a:t>
            </a:r>
            <a:r>
              <a:rPr dirty="0" sz="2400" b="1">
                <a:solidFill>
                  <a:srgbClr val="363D46"/>
                </a:solidFill>
                <a:latin typeface="Arial"/>
                <a:cs typeface="Arial"/>
              </a:rPr>
              <a:t>simple</a:t>
            </a:r>
            <a:r>
              <a:rPr dirty="0" sz="2400" spc="75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120"/>
              <a:t>tools</a:t>
            </a:r>
            <a:r>
              <a:rPr dirty="0"/>
              <a:t> </a:t>
            </a:r>
            <a:r>
              <a:rPr dirty="0" spc="110"/>
              <a:t>for</a:t>
            </a:r>
            <a:r>
              <a:rPr dirty="0" spc="170"/>
              <a:t> </a:t>
            </a:r>
            <a:r>
              <a:rPr dirty="0" sz="2400" b="1">
                <a:solidFill>
                  <a:srgbClr val="363D46"/>
                </a:solidFill>
                <a:latin typeface="Arial"/>
                <a:cs typeface="Arial"/>
              </a:rPr>
              <a:t>beginners</a:t>
            </a:r>
            <a:r>
              <a:rPr dirty="0" sz="2400" spc="10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-25"/>
              <a:t>to</a:t>
            </a:r>
            <a:r>
              <a:rPr dirty="0"/>
              <a:t>	</a:t>
            </a:r>
            <a:r>
              <a:rPr dirty="0" spc="45">
                <a:solidFill>
                  <a:srgbClr val="363D46"/>
                </a:solidFill>
              </a:rPr>
              <a:t>understand </a:t>
            </a:r>
            <a:r>
              <a:rPr dirty="0" spc="45">
                <a:solidFill>
                  <a:srgbClr val="363D46"/>
                </a:solidFill>
              </a:rPr>
              <a:t>	</a:t>
            </a:r>
            <a:r>
              <a:rPr dirty="0" spc="175"/>
              <a:t>port</a:t>
            </a:r>
            <a:r>
              <a:rPr dirty="0" spc="-75"/>
              <a:t> </a:t>
            </a:r>
            <a:r>
              <a:rPr dirty="0" spc="45"/>
              <a:t>scanning</a:t>
            </a:r>
            <a:r>
              <a:rPr dirty="0" spc="45">
                <a:solidFill>
                  <a:srgbClr val="6D6E75"/>
                </a:solidFill>
              </a:rPr>
              <a:t>.</a:t>
            </a:r>
            <a:endParaRPr sz="2400">
              <a:latin typeface="Arial"/>
              <a:cs typeface="Arial"/>
            </a:endParaRPr>
          </a:p>
          <a:p>
            <a:pPr marL="429259" marR="655320" indent="-417195">
              <a:lnSpc>
                <a:spcPct val="108100"/>
              </a:lnSpc>
              <a:spcBef>
                <a:spcPts val="2700"/>
              </a:spcBef>
              <a:buChar char="•"/>
              <a:tabLst>
                <a:tab pos="429259" algn="l"/>
                <a:tab pos="438784" algn="l"/>
              </a:tabLst>
            </a:pPr>
            <a:r>
              <a:rPr dirty="0">
                <a:solidFill>
                  <a:srgbClr val="2187B8"/>
                </a:solidFill>
              </a:rPr>
              <a:t>	</a:t>
            </a:r>
            <a:r>
              <a:rPr dirty="0" spc="95">
                <a:solidFill>
                  <a:srgbClr val="363D46"/>
                </a:solidFill>
              </a:rPr>
              <a:t>Need</a:t>
            </a:r>
            <a:r>
              <a:rPr dirty="0" spc="-55">
                <a:solidFill>
                  <a:srgbClr val="363D46"/>
                </a:solidFill>
              </a:rPr>
              <a:t> </a:t>
            </a:r>
            <a:r>
              <a:rPr dirty="0" spc="65">
                <a:solidFill>
                  <a:srgbClr val="363D46"/>
                </a:solidFill>
              </a:rPr>
              <a:t>for</a:t>
            </a:r>
            <a:r>
              <a:rPr dirty="0" spc="165">
                <a:solidFill>
                  <a:srgbClr val="363D46"/>
                </a:solidFill>
              </a:rPr>
              <a:t> </a:t>
            </a:r>
            <a:r>
              <a:rPr dirty="0" spc="90"/>
              <a:t>an</a:t>
            </a:r>
            <a:r>
              <a:rPr dirty="0" spc="-185"/>
              <a:t> </a:t>
            </a:r>
            <a:r>
              <a:rPr dirty="0" sz="2400" spc="75" b="1">
                <a:solidFill>
                  <a:srgbClr val="363D46"/>
                </a:solidFill>
                <a:latin typeface="Arial"/>
                <a:cs typeface="Arial"/>
              </a:rPr>
              <a:t>automated</a:t>
            </a:r>
            <a:r>
              <a:rPr dirty="0" sz="2400" spc="125" b="1">
                <a:solidFill>
                  <a:srgbClr val="363D46"/>
                </a:solidFill>
                <a:latin typeface="Arial"/>
                <a:cs typeface="Arial"/>
              </a:rPr>
              <a:t> </a:t>
            </a:r>
            <a:r>
              <a:rPr dirty="0" spc="130"/>
              <a:t>and</a:t>
            </a:r>
            <a:r>
              <a:rPr dirty="0" spc="-100"/>
              <a:t> </a:t>
            </a:r>
            <a:r>
              <a:rPr dirty="0" spc="65">
                <a:solidFill>
                  <a:srgbClr val="363D46"/>
                </a:solidFill>
              </a:rPr>
              <a:t>user-</a:t>
            </a:r>
            <a:r>
              <a:rPr dirty="0" spc="55">
                <a:solidFill>
                  <a:srgbClr val="363D46"/>
                </a:solidFill>
              </a:rPr>
              <a:t>friendly</a:t>
            </a:r>
            <a:r>
              <a:rPr dirty="0" spc="150">
                <a:solidFill>
                  <a:srgbClr val="363D46"/>
                </a:solidFill>
              </a:rPr>
              <a:t> </a:t>
            </a:r>
            <a:r>
              <a:rPr dirty="0" spc="80"/>
              <a:t>solution </a:t>
            </a:r>
            <a:r>
              <a:rPr dirty="0" spc="85"/>
              <a:t>for</a:t>
            </a:r>
            <a:r>
              <a:rPr dirty="0" spc="260"/>
              <a:t> </a:t>
            </a:r>
            <a:r>
              <a:rPr dirty="0" spc="195"/>
              <a:t>port</a:t>
            </a:r>
            <a:r>
              <a:rPr dirty="0" spc="-80"/>
              <a:t> </a:t>
            </a:r>
            <a:r>
              <a:rPr dirty="0" spc="50"/>
              <a:t>scanning.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65632"/>
            <a:ext cx="15078075" cy="10072370"/>
            <a:chOff x="0" y="4965632"/>
            <a:chExt cx="15078075" cy="10072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65632"/>
              <a:ext cx="15078075" cy="42993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285118"/>
              <a:ext cx="15078075" cy="57525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114127" y="9181800"/>
            <a:ext cx="461009" cy="3676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00" b="1">
                <a:solidFill>
                  <a:srgbClr val="7E8997"/>
                </a:solidFill>
                <a:latin typeface="Times New Roman"/>
                <a:cs typeface="Times New Roman"/>
              </a:rPr>
              <a:t>S</a:t>
            </a:r>
            <a:r>
              <a:rPr dirty="0" sz="800" b="1">
                <a:solidFill>
                  <a:srgbClr val="646E83"/>
                </a:solidFill>
                <a:latin typeface="Times New Roman"/>
                <a:cs typeface="Times New Roman"/>
              </a:rPr>
              <a:t>l</a:t>
            </a:r>
            <a:r>
              <a:rPr dirty="0" sz="800" b="1">
                <a:solidFill>
                  <a:srgbClr val="7E8997"/>
                </a:solidFill>
                <a:latin typeface="Times New Roman"/>
                <a:cs typeface="Times New Roman"/>
              </a:rPr>
              <a:t>alt</a:t>
            </a:r>
            <a:r>
              <a:rPr dirty="0" sz="800" spc="140" b="1">
                <a:solidFill>
                  <a:srgbClr val="7E8997"/>
                </a:solidFill>
                <a:latin typeface="Times New Roman"/>
                <a:cs typeface="Times New Roman"/>
              </a:rPr>
              <a:t> </a:t>
            </a:r>
            <a:r>
              <a:rPr dirty="0" sz="850" spc="-20" b="1">
                <a:solidFill>
                  <a:srgbClr val="7E8997"/>
                </a:solidFill>
                <a:latin typeface="Times New Roman"/>
                <a:cs typeface="Times New Roman"/>
              </a:rPr>
              <a:t>Port</a:t>
            </a:r>
            <a:endParaRPr sz="8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350"/>
              </a:spcBef>
            </a:pPr>
            <a:r>
              <a:rPr dirty="0" sz="750">
                <a:solidFill>
                  <a:srgbClr val="646E83"/>
                </a:solidFill>
                <a:latin typeface="Arial"/>
                <a:cs typeface="Arial"/>
              </a:rPr>
              <a:t>E</a:t>
            </a:r>
            <a:r>
              <a:rPr dirty="0" sz="750">
                <a:solidFill>
                  <a:srgbClr val="7E8997"/>
                </a:solidFill>
                <a:latin typeface="Arial"/>
                <a:cs typeface="Arial"/>
              </a:rPr>
              <a:t>nd</a:t>
            </a:r>
            <a:r>
              <a:rPr dirty="0" sz="750" spc="-40">
                <a:solidFill>
                  <a:srgbClr val="7E8997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7E8997"/>
                </a:solidFill>
                <a:latin typeface="Arial"/>
                <a:cs typeface="Arial"/>
              </a:rPr>
              <a:t>P,)rt</a:t>
            </a:r>
            <a:r>
              <a:rPr dirty="0" sz="750" spc="-10">
                <a:solidFill>
                  <a:srgbClr val="97A1AC"/>
                </a:solidFill>
                <a:latin typeface="Arial"/>
                <a:cs typeface="Arial"/>
              </a:rPr>
              <a:t>: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4629" y="9247188"/>
            <a:ext cx="558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7E8997"/>
                </a:solidFill>
                <a:latin typeface="Times New Roman"/>
                <a:cs typeface="Times New Roman"/>
              </a:rPr>
              <a:t>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68350" y="9363062"/>
            <a:ext cx="71120" cy="95250"/>
          </a:xfrm>
          <a:custGeom>
            <a:avLst/>
            <a:gdLst/>
            <a:ahLst/>
            <a:cxnLst/>
            <a:rect l="l" t="t" r="r" b="b"/>
            <a:pathLst>
              <a:path w="71120" h="95250">
                <a:moveTo>
                  <a:pt x="70552" y="95102"/>
                </a:moveTo>
                <a:lnTo>
                  <a:pt x="0" y="95102"/>
                </a:lnTo>
                <a:lnTo>
                  <a:pt x="0" y="0"/>
                </a:lnTo>
                <a:lnTo>
                  <a:pt x="70552" y="0"/>
                </a:lnTo>
                <a:lnTo>
                  <a:pt x="70552" y="95102"/>
                </a:lnTo>
                <a:close/>
              </a:path>
            </a:pathLst>
          </a:custGeom>
          <a:solidFill>
            <a:srgbClr val="EBF2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55648" y="9353156"/>
            <a:ext cx="5016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B1BAC3"/>
                </a:solidFill>
                <a:latin typeface="Times New Roman"/>
                <a:cs typeface="Times New Roman"/>
              </a:rPr>
              <a:t>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3925" y="9398572"/>
            <a:ext cx="29527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65">
                <a:solidFill>
                  <a:srgbClr val="7E8997"/>
                </a:solidFill>
                <a:latin typeface="Courier New"/>
                <a:cs typeface="Courier New"/>
              </a:rPr>
              <a:t>102</a:t>
            </a:r>
            <a:r>
              <a:rPr dirty="0" sz="1000" spc="-65">
                <a:solidFill>
                  <a:srgbClr val="646E83"/>
                </a:solidFill>
                <a:latin typeface="Courier New"/>
                <a:cs typeface="Courier New"/>
              </a:rPr>
              <a:t>4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38776" y="9734224"/>
            <a:ext cx="1599565" cy="280035"/>
            <a:chOff x="4338776" y="9734224"/>
            <a:chExt cx="1599565" cy="280035"/>
          </a:xfrm>
        </p:grpSpPr>
        <p:sp>
          <p:nvSpPr>
            <p:cNvPr id="11" name="object 11"/>
            <p:cNvSpPr/>
            <p:nvPr/>
          </p:nvSpPr>
          <p:spPr>
            <a:xfrm>
              <a:off x="5907864" y="9739270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236" y="0"/>
                  </a:lnTo>
                </a:path>
              </a:pathLst>
            </a:custGeom>
            <a:ln w="10092">
              <a:solidFill>
                <a:srgbClr val="97A1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38776" y="9760711"/>
              <a:ext cx="30480" cy="254000"/>
            </a:xfrm>
            <a:custGeom>
              <a:avLst/>
              <a:gdLst/>
              <a:ahLst/>
              <a:cxnLst/>
              <a:rect l="l" t="t" r="r" b="b"/>
              <a:pathLst>
                <a:path w="30479" h="254000">
                  <a:moveTo>
                    <a:pt x="30236" y="253430"/>
                  </a:moveTo>
                  <a:lnTo>
                    <a:pt x="0" y="253430"/>
                  </a:lnTo>
                  <a:lnTo>
                    <a:pt x="0" y="0"/>
                  </a:lnTo>
                  <a:lnTo>
                    <a:pt x="30236" y="0"/>
                  </a:lnTo>
                  <a:lnTo>
                    <a:pt x="30236" y="253430"/>
                  </a:lnTo>
                  <a:close/>
                </a:path>
              </a:pathLst>
            </a:custGeom>
            <a:solidFill>
              <a:srgbClr val="EBF2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818928" y="9454079"/>
            <a:ext cx="217741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sng" sz="850" b="1">
                <a:solidFill>
                  <a:srgbClr val="646E83"/>
                </a:solidFill>
                <a:uFill>
                  <a:solidFill>
                    <a:srgbClr val="7E8997"/>
                  </a:solidFill>
                </a:uFill>
                <a:latin typeface="Arial"/>
                <a:cs typeface="Arial"/>
              </a:rPr>
              <a:t>Stan</a:t>
            </a:r>
            <a:r>
              <a:rPr dirty="0" u="sng" sz="850" spc="-40" b="1">
                <a:solidFill>
                  <a:srgbClr val="646E83"/>
                </a:solidFill>
                <a:uFill>
                  <a:solidFill>
                    <a:srgbClr val="7E8997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50" b="1">
                <a:solidFill>
                  <a:srgbClr val="7E8997"/>
                </a:solidFill>
                <a:uFill>
                  <a:solidFill>
                    <a:srgbClr val="7E8997"/>
                  </a:solidFill>
                </a:uFill>
                <a:latin typeface="Arial"/>
                <a:cs typeface="Arial"/>
              </a:rPr>
              <a:t>sun</a:t>
            </a:r>
            <a:r>
              <a:rPr dirty="0" u="sng" sz="850" spc="45" b="1">
                <a:solidFill>
                  <a:srgbClr val="7E8997"/>
                </a:solidFill>
                <a:uFill>
                  <a:solidFill>
                    <a:srgbClr val="7E8997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850" spc="185" b="1">
                <a:solidFill>
                  <a:srgbClr val="7E8997"/>
                </a:solidFill>
                <a:latin typeface="Arial"/>
                <a:cs typeface="Arial"/>
              </a:rPr>
              <a:t> </a:t>
            </a:r>
            <a:r>
              <a:rPr dirty="0" u="none" sz="2150" spc="-50" b="1">
                <a:solidFill>
                  <a:srgbClr val="97A1AC"/>
                </a:solidFill>
                <a:latin typeface="Arial"/>
                <a:cs typeface="Arial"/>
              </a:rPr>
              <a:t>I</a:t>
            </a:r>
            <a:endParaRPr sz="2150">
              <a:latin typeface="Arial"/>
              <a:cs typeface="Arial"/>
            </a:endParaRPr>
          </a:p>
          <a:p>
            <a:pPr marL="22860">
              <a:lnSpc>
                <a:spcPts val="1140"/>
              </a:lnSpc>
            </a:pPr>
            <a:r>
              <a:rPr dirty="0" sz="1000" spc="-130" b="1">
                <a:solidFill>
                  <a:srgbClr val="7E8997"/>
                </a:solidFill>
                <a:latin typeface="Courier New"/>
                <a:cs typeface="Courier New"/>
              </a:rPr>
              <a:t>Sc�nnlng</a:t>
            </a:r>
            <a:r>
              <a:rPr dirty="0" sz="1000" spc="-130" b="1">
                <a:solidFill>
                  <a:srgbClr val="B1BAC3"/>
                </a:solidFill>
                <a:latin typeface="Courier New"/>
                <a:cs typeface="Courier New"/>
              </a:rPr>
              <a:t>:</a:t>
            </a:r>
            <a:r>
              <a:rPr dirty="0" sz="1000" spc="-365" b="1">
                <a:solidFill>
                  <a:srgbClr val="B1BAC3"/>
                </a:solidFill>
                <a:latin typeface="Courier New"/>
                <a:cs typeface="Courier New"/>
              </a:rPr>
              <a:t> </a:t>
            </a:r>
            <a:r>
              <a:rPr dirty="0" sz="1000" spc="-90" b="1">
                <a:solidFill>
                  <a:srgbClr val="97A1AC"/>
                </a:solidFill>
                <a:latin typeface="Courier New"/>
                <a:cs typeface="Courier New"/>
              </a:rPr>
              <a:t>s</a:t>
            </a:r>
            <a:r>
              <a:rPr dirty="0" sz="1000" spc="-90" b="1">
                <a:solidFill>
                  <a:srgbClr val="7E8997"/>
                </a:solidFill>
                <a:latin typeface="Courier New"/>
                <a:cs typeface="Courier New"/>
              </a:rPr>
              <a:t>co</a:t>
            </a:r>
            <a:r>
              <a:rPr dirty="0" sz="1000" spc="-90" b="1">
                <a:solidFill>
                  <a:srgbClr val="646E83"/>
                </a:solidFill>
                <a:latin typeface="Courier New"/>
                <a:cs typeface="Courier New"/>
              </a:rPr>
              <a:t>n</a:t>
            </a:r>
            <a:r>
              <a:rPr dirty="0" sz="1000" spc="-90" b="1">
                <a:solidFill>
                  <a:srgbClr val="7E8997"/>
                </a:solidFill>
                <a:latin typeface="Courier New"/>
                <a:cs typeface="Courier New"/>
              </a:rPr>
              <a:t>ae</a:t>
            </a:r>
            <a:r>
              <a:rPr dirty="0" sz="1000" spc="-90" b="1">
                <a:solidFill>
                  <a:srgbClr val="97A1AC"/>
                </a:solidFill>
                <a:latin typeface="Courier New"/>
                <a:cs typeface="Courier New"/>
              </a:rPr>
              <a:t>.</a:t>
            </a:r>
            <a:r>
              <a:rPr dirty="0" sz="1000" spc="-90" b="1">
                <a:solidFill>
                  <a:srgbClr val="7E8997"/>
                </a:solidFill>
                <a:latin typeface="Courier New"/>
                <a:cs typeface="Courier New"/>
              </a:rPr>
              <a:t>nnn</a:t>
            </a:r>
            <a:r>
              <a:rPr dirty="0" sz="1000" spc="-90" b="1">
                <a:solidFill>
                  <a:srgbClr val="646E83"/>
                </a:solidFill>
                <a:latin typeface="Courier New"/>
                <a:cs typeface="Courier New"/>
              </a:rPr>
              <a:t>p</a:t>
            </a:r>
            <a:r>
              <a:rPr dirty="0" sz="1000" spc="-90" b="1">
                <a:solidFill>
                  <a:srgbClr val="7E8997"/>
                </a:solidFill>
                <a:latin typeface="Courier New"/>
                <a:cs typeface="Courier New"/>
              </a:rPr>
              <a:t>.o</a:t>
            </a:r>
            <a:r>
              <a:rPr dirty="0" sz="1000" spc="-90" b="1">
                <a:solidFill>
                  <a:srgbClr val="97A1AC"/>
                </a:solidFill>
                <a:latin typeface="Courier New"/>
                <a:cs typeface="Courier New"/>
              </a:rPr>
              <a:t>r</a:t>
            </a:r>
            <a:r>
              <a:rPr dirty="0" sz="1000" spc="-90" b="1">
                <a:solidFill>
                  <a:srgbClr val="7E8997"/>
                </a:solidFill>
                <a:latin typeface="Courier New"/>
                <a:cs typeface="Courier New"/>
              </a:rPr>
              <a:t>g</a:t>
            </a:r>
            <a:endParaRPr sz="1000">
              <a:latin typeface="Courier New"/>
              <a:cs typeface="Courier New"/>
            </a:endParaRPr>
          </a:p>
          <a:p>
            <a:pPr marL="24130">
              <a:lnSpc>
                <a:spcPts val="1080"/>
              </a:lnSpc>
            </a:pPr>
            <a:r>
              <a:rPr dirty="0" sz="950" spc="-90" b="1">
                <a:solidFill>
                  <a:srgbClr val="7E8997"/>
                </a:solidFill>
                <a:latin typeface="Courier New"/>
                <a:cs typeface="Courier New"/>
              </a:rPr>
              <a:t>P</a:t>
            </a:r>
            <a:r>
              <a:rPr dirty="0" sz="950" spc="-90" b="1">
                <a:solidFill>
                  <a:srgbClr val="97A1AC"/>
                </a:solidFill>
                <a:latin typeface="Courier New"/>
                <a:cs typeface="Courier New"/>
              </a:rPr>
              <a:t>or</a:t>
            </a:r>
            <a:r>
              <a:rPr dirty="0" sz="950" spc="-90" b="1">
                <a:solidFill>
                  <a:srgbClr val="7E8997"/>
                </a:solidFill>
                <a:latin typeface="Courier New"/>
                <a:cs typeface="Courier New"/>
              </a:rPr>
              <a:t>ts</a:t>
            </a:r>
            <a:r>
              <a:rPr dirty="0" sz="950" spc="-90" b="1">
                <a:solidFill>
                  <a:srgbClr val="97A1AC"/>
                </a:solidFill>
                <a:latin typeface="Courier New"/>
                <a:cs typeface="Courier New"/>
              </a:rPr>
              <a:t>:</a:t>
            </a:r>
            <a:r>
              <a:rPr dirty="0" sz="950" spc="-285" b="1">
                <a:solidFill>
                  <a:srgbClr val="97A1AC"/>
                </a:solidFill>
                <a:latin typeface="Courier New"/>
                <a:cs typeface="Courier New"/>
              </a:rPr>
              <a:t> </a:t>
            </a:r>
            <a:r>
              <a:rPr dirty="0" sz="950" spc="-10" b="1">
                <a:solidFill>
                  <a:srgbClr val="7E8997"/>
                </a:solidFill>
                <a:latin typeface="Courier New"/>
                <a:cs typeface="Courier New"/>
              </a:rPr>
              <a:t>1·102</a:t>
            </a:r>
            <a:r>
              <a:rPr dirty="0" sz="950" spc="-10" b="1">
                <a:solidFill>
                  <a:srgbClr val="646E83"/>
                </a:solidFill>
                <a:latin typeface="Courier New"/>
                <a:cs typeface="Courier New"/>
              </a:rPr>
              <a:t>4</a:t>
            </a:r>
            <a:endParaRPr sz="950">
              <a:latin typeface="Courier New"/>
              <a:cs typeface="Courier New"/>
            </a:endParaRPr>
          </a:p>
          <a:p>
            <a:pPr marL="12700" marR="806450" indent="23495">
              <a:lnSpc>
                <a:spcPct val="79500"/>
              </a:lnSpc>
              <a:spcBef>
                <a:spcPts val="965"/>
              </a:spcBef>
            </a:pPr>
            <a:r>
              <a:rPr dirty="0" sz="1000" spc="-145">
                <a:solidFill>
                  <a:srgbClr val="646E83"/>
                </a:solidFill>
                <a:latin typeface="Courier New"/>
                <a:cs typeface="Courier New"/>
              </a:rPr>
              <a:t>I</a:t>
            </a:r>
            <a:r>
              <a:rPr dirty="0" sz="1000" spc="-145">
                <a:solidFill>
                  <a:srgbClr val="97A1AC"/>
                </a:solidFill>
                <a:latin typeface="Courier New"/>
                <a:cs typeface="Courier New"/>
              </a:rPr>
              <a:t>Ot'!</a:t>
            </a:r>
            <a:r>
              <a:rPr dirty="0" sz="1000" spc="-145">
                <a:solidFill>
                  <a:srgbClr val="7E8997"/>
                </a:solidFill>
                <a:latin typeface="Courier New"/>
                <a:cs typeface="Courier New"/>
              </a:rPr>
              <a:t>H</a:t>
            </a:r>
            <a:r>
              <a:rPr dirty="0" sz="1000" spc="-145">
                <a:solidFill>
                  <a:srgbClr val="97A1AC"/>
                </a:solidFill>
                <a:latin typeface="Courier New"/>
                <a:cs typeface="Courier New"/>
              </a:rPr>
              <a:t>I</a:t>
            </a:r>
            <a:r>
              <a:rPr dirty="0" sz="1000" spc="-145">
                <a:solidFill>
                  <a:srgbClr val="7E8997"/>
                </a:solidFill>
                <a:latin typeface="Courier New"/>
                <a:cs typeface="Courier New"/>
              </a:rPr>
              <a:t>Po</a:t>
            </a:r>
            <a:r>
              <a:rPr dirty="0" sz="1000" spc="-145">
                <a:solidFill>
                  <a:srgbClr val="97A1AC"/>
                </a:solidFill>
                <a:latin typeface="Courier New"/>
                <a:cs typeface="Courier New"/>
              </a:rPr>
              <a:t>r</a:t>
            </a:r>
            <a:r>
              <a:rPr dirty="0" sz="1000" spc="-145">
                <a:solidFill>
                  <a:srgbClr val="7E8997"/>
                </a:solidFill>
                <a:latin typeface="Courier New"/>
                <a:cs typeface="Courier New"/>
              </a:rPr>
              <a:t>t</a:t>
            </a:r>
            <a:r>
              <a:rPr dirty="0" sz="1000" spc="-365">
                <a:solidFill>
                  <a:srgbClr val="7E8997"/>
                </a:solidFill>
                <a:latin typeface="Courier New"/>
                <a:cs typeface="Courier New"/>
              </a:rPr>
              <a:t> </a:t>
            </a:r>
            <a:r>
              <a:rPr dirty="0" sz="1000" spc="-60">
                <a:solidFill>
                  <a:srgbClr val="97A1AC"/>
                </a:solidFill>
                <a:latin typeface="Courier New"/>
                <a:cs typeface="Courier New"/>
              </a:rPr>
              <a:t>21</a:t>
            </a:r>
            <a:r>
              <a:rPr dirty="0" sz="1000" spc="-370">
                <a:solidFill>
                  <a:srgbClr val="97A1AC"/>
                </a:solidFill>
                <a:latin typeface="Courier New"/>
                <a:cs typeface="Courier New"/>
              </a:rPr>
              <a:t> </a:t>
            </a:r>
            <a:r>
              <a:rPr dirty="0" sz="1000" spc="-20">
                <a:solidFill>
                  <a:srgbClr val="97A1AC"/>
                </a:solidFill>
                <a:latin typeface="Courier New"/>
                <a:cs typeface="Courier New"/>
              </a:rPr>
              <a:t>(SSH) </a:t>
            </a:r>
            <a:r>
              <a:rPr dirty="0" sz="1000" spc="-190">
                <a:solidFill>
                  <a:srgbClr val="7E8997"/>
                </a:solidFill>
                <a:latin typeface="Courier New"/>
                <a:cs typeface="Courier New"/>
              </a:rPr>
              <a:t>(Ot'!k)</a:t>
            </a:r>
            <a:r>
              <a:rPr dirty="0" sz="1000" spc="-210">
                <a:solidFill>
                  <a:srgbClr val="7E8997"/>
                </a:solidFill>
                <a:latin typeface="Courier New"/>
                <a:cs typeface="Courier New"/>
              </a:rPr>
              <a:t> </a:t>
            </a:r>
            <a:r>
              <a:rPr dirty="0" sz="1000" spc="-45">
                <a:solidFill>
                  <a:srgbClr val="7E8997"/>
                </a:solidFill>
                <a:latin typeface="Courier New"/>
                <a:cs typeface="Courier New"/>
              </a:rPr>
              <a:t>Po</a:t>
            </a:r>
            <a:r>
              <a:rPr dirty="0" sz="1000" spc="-45">
                <a:solidFill>
                  <a:srgbClr val="97A1AC"/>
                </a:solidFill>
                <a:latin typeface="Courier New"/>
                <a:cs typeface="Courier New"/>
              </a:rPr>
              <a:t>rt</a:t>
            </a:r>
            <a:r>
              <a:rPr dirty="0" sz="1000" spc="-45">
                <a:solidFill>
                  <a:srgbClr val="7E8997"/>
                </a:solidFill>
                <a:latin typeface="Courier New"/>
                <a:cs typeface="Courier New"/>
              </a:rPr>
              <a:t>88</a:t>
            </a:r>
            <a:r>
              <a:rPr dirty="0" sz="1000" spc="-45">
                <a:solidFill>
                  <a:srgbClr val="97A1AC"/>
                </a:solidFill>
                <a:latin typeface="Courier New"/>
                <a:cs typeface="Courier New"/>
              </a:rPr>
              <a:t>(</a:t>
            </a:r>
            <a:r>
              <a:rPr dirty="0" sz="1000" spc="-45">
                <a:solidFill>
                  <a:srgbClr val="7E8997"/>
                </a:solidFill>
                <a:latin typeface="Courier New"/>
                <a:cs typeface="Courier New"/>
              </a:rPr>
              <a:t>HTTP</a:t>
            </a:r>
            <a:r>
              <a:rPr dirty="0" sz="1000" spc="-45">
                <a:solidFill>
                  <a:srgbClr val="97A1AC"/>
                </a:solidFill>
                <a:latin typeface="Courier New"/>
                <a:cs typeface="Courier New"/>
              </a:rPr>
              <a:t>!)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75724"/>
            <a:ext cx="15078075" cy="10062210"/>
            <a:chOff x="0" y="4975724"/>
            <a:chExt cx="15078075" cy="10062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75724"/>
              <a:ext cx="15078075" cy="10061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316262"/>
              <a:ext cx="2156875" cy="56516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4731" y="8296077"/>
              <a:ext cx="12699365" cy="0"/>
            </a:xfrm>
            <a:custGeom>
              <a:avLst/>
              <a:gdLst/>
              <a:ahLst/>
              <a:cxnLst/>
              <a:rect l="l" t="t" r="r" b="b"/>
              <a:pathLst>
                <a:path w="12699365" h="0">
                  <a:moveTo>
                    <a:pt x="7216462" y="0"/>
                  </a:moveTo>
                  <a:lnTo>
                    <a:pt x="12699362" y="0"/>
                  </a:lnTo>
                </a:path>
                <a:path w="12699365" h="0">
                  <a:moveTo>
                    <a:pt x="0" y="0"/>
                  </a:moveTo>
                  <a:lnTo>
                    <a:pt x="6772993" y="0"/>
                  </a:lnTo>
                </a:path>
              </a:pathLst>
            </a:custGeom>
            <a:ln w="10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18137" y="10274160"/>
              <a:ext cx="10805160" cy="0"/>
            </a:xfrm>
            <a:custGeom>
              <a:avLst/>
              <a:gdLst/>
              <a:ahLst/>
              <a:cxnLst/>
              <a:rect l="l" t="t" r="r" b="b"/>
              <a:pathLst>
                <a:path w="10805160" h="0">
                  <a:moveTo>
                    <a:pt x="7135832" y="0"/>
                  </a:moveTo>
                  <a:lnTo>
                    <a:pt x="10804536" y="0"/>
                  </a:lnTo>
                </a:path>
                <a:path w="10805160" h="0">
                  <a:moveTo>
                    <a:pt x="0" y="0"/>
                  </a:moveTo>
                  <a:lnTo>
                    <a:pt x="3688862" y="0"/>
                  </a:lnTo>
                </a:path>
              </a:pathLst>
            </a:custGeom>
            <a:ln w="201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600335" y="8459992"/>
            <a:ext cx="1077595" cy="516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125" b="1">
                <a:solidFill>
                  <a:srgbClr val="050303"/>
                </a:solidFill>
                <a:latin typeface="Arial"/>
                <a:cs typeface="Arial"/>
              </a:rPr>
              <a:t>VOIS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586" y="9015066"/>
            <a:ext cx="128968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10">
                <a:solidFill>
                  <a:srgbClr val="AA5662"/>
                </a:solidFill>
                <a:latin typeface="Times New Roman"/>
                <a:cs typeface="Times New Roman"/>
              </a:rPr>
              <a:t>Vodafone</a:t>
            </a:r>
            <a:r>
              <a:rPr dirty="0" sz="900" spc="-135">
                <a:solidFill>
                  <a:srgbClr val="AA5662"/>
                </a:solidFill>
                <a:latin typeface="Times New Roman"/>
                <a:cs typeface="Times New Roman"/>
              </a:rPr>
              <a:t> </a:t>
            </a:r>
            <a:r>
              <a:rPr dirty="0" sz="900" spc="10">
                <a:solidFill>
                  <a:srgbClr val="AA5662"/>
                </a:solidFill>
                <a:latin typeface="Times New Roman"/>
                <a:cs typeface="Times New Roman"/>
              </a:rPr>
              <a:t>Ida</a:t>
            </a:r>
            <a:r>
              <a:rPr dirty="0" sz="900" spc="434">
                <a:solidFill>
                  <a:srgbClr val="AA5662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AA5662"/>
                </a:solidFill>
                <a:latin typeface="Times New Roman"/>
                <a:cs typeface="Times New Roman"/>
              </a:rPr>
              <a:t>Foondatlon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1280" y="8449899"/>
            <a:ext cx="4108450" cy="17646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185420">
              <a:lnSpc>
                <a:spcPct val="100000"/>
              </a:lnSpc>
              <a:spcBef>
                <a:spcPts val="114"/>
              </a:spcBef>
            </a:pPr>
            <a:r>
              <a:rPr dirty="0" sz="3200" spc="145" b="1">
                <a:solidFill>
                  <a:srgbClr val="050303"/>
                </a:solidFill>
                <a:latin typeface="Arial"/>
                <a:cs typeface="Arial"/>
              </a:rPr>
              <a:t>VOIS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15"/>
              </a:spcBef>
            </a:pPr>
            <a:r>
              <a:rPr dirty="0" sz="2750" spc="150">
                <a:solidFill>
                  <a:srgbClr val="1F181A"/>
                </a:solidFill>
                <a:latin typeface="Times New Roman"/>
                <a:cs typeface="Times New Roman"/>
              </a:rPr>
              <a:t>Certificate</a:t>
            </a:r>
            <a:r>
              <a:rPr dirty="0" sz="2750" spc="215">
                <a:solidFill>
                  <a:srgbClr val="1F181A"/>
                </a:solidFill>
                <a:latin typeface="Times New Roman"/>
                <a:cs typeface="Times New Roman"/>
              </a:rPr>
              <a:t> </a:t>
            </a:r>
            <a:r>
              <a:rPr dirty="0" sz="2750" spc="110">
                <a:solidFill>
                  <a:srgbClr val="1F181A"/>
                </a:solidFill>
                <a:latin typeface="Times New Roman"/>
                <a:cs typeface="Times New Roman"/>
              </a:rPr>
              <a:t>of</a:t>
            </a:r>
            <a:r>
              <a:rPr dirty="0" sz="2750" spc="55">
                <a:solidFill>
                  <a:srgbClr val="1F181A"/>
                </a:solidFill>
                <a:latin typeface="Times New Roman"/>
                <a:cs typeface="Times New Roman"/>
              </a:rPr>
              <a:t> </a:t>
            </a:r>
            <a:r>
              <a:rPr dirty="0" sz="2750" spc="155">
                <a:solidFill>
                  <a:srgbClr val="1F181A"/>
                </a:solidFill>
                <a:latin typeface="Times New Roman"/>
                <a:cs typeface="Times New Roman"/>
              </a:rPr>
              <a:t>Completion</a:t>
            </a:r>
            <a:endParaRPr sz="2750">
              <a:latin typeface="Times New Roman"/>
              <a:cs typeface="Times New Roman"/>
            </a:endParaRPr>
          </a:p>
          <a:p>
            <a:pPr algn="ctr" marR="126364">
              <a:lnSpc>
                <a:spcPct val="100000"/>
              </a:lnSpc>
              <a:spcBef>
                <a:spcPts val="285"/>
              </a:spcBef>
            </a:pP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Presented</a:t>
            </a:r>
            <a:r>
              <a:rPr dirty="0" sz="1150" spc="175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60545B"/>
                </a:solidFill>
                <a:latin typeface="Arial"/>
                <a:cs typeface="Arial"/>
              </a:rPr>
              <a:t>to</a:t>
            </a:r>
            <a:endParaRPr sz="1150">
              <a:latin typeface="Arial"/>
              <a:cs typeface="Arial"/>
            </a:endParaRPr>
          </a:p>
          <a:p>
            <a:pPr algn="ctr" marR="6985">
              <a:lnSpc>
                <a:spcPct val="100000"/>
              </a:lnSpc>
              <a:spcBef>
                <a:spcPts val="655"/>
              </a:spcBef>
            </a:pPr>
            <a:r>
              <a:rPr dirty="0" sz="1500" spc="50" b="1">
                <a:solidFill>
                  <a:srgbClr val="932A3B"/>
                </a:solidFill>
                <a:latin typeface="Arial"/>
                <a:cs typeface="Arial"/>
              </a:rPr>
              <a:t>VADDHIPARTHI</a:t>
            </a:r>
            <a:r>
              <a:rPr dirty="0" sz="1500" spc="285" b="1">
                <a:solidFill>
                  <a:srgbClr val="932A3B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932A3B"/>
                </a:solidFill>
                <a:latin typeface="Arial"/>
                <a:cs typeface="Arial"/>
              </a:rPr>
              <a:t>RAGHU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2768" y="8962572"/>
            <a:ext cx="5302250" cy="12719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050" spc="-140" b="1">
                <a:solidFill>
                  <a:srgbClr val="AA5662"/>
                </a:solidFill>
                <a:latin typeface="Courier New"/>
                <a:cs typeface="Courier New"/>
              </a:rPr>
              <a:t>VodafonekluFound:alion</a:t>
            </a:r>
            <a:endParaRPr sz="1050">
              <a:latin typeface="Courier New"/>
              <a:cs typeface="Courier New"/>
            </a:endParaRPr>
          </a:p>
          <a:p>
            <a:pPr algn="ctr" marL="1233805">
              <a:lnSpc>
                <a:spcPct val="100000"/>
              </a:lnSpc>
              <a:spcBef>
                <a:spcPts val="695"/>
              </a:spcBef>
            </a:pPr>
            <a:r>
              <a:rPr dirty="0" sz="2750" spc="130">
                <a:solidFill>
                  <a:srgbClr val="1F181A"/>
                </a:solidFill>
                <a:latin typeface="Times New Roman"/>
                <a:cs typeface="Times New Roman"/>
              </a:rPr>
              <a:t>Certificate</a:t>
            </a:r>
            <a:r>
              <a:rPr dirty="0" sz="2750" spc="125">
                <a:solidFill>
                  <a:srgbClr val="1F181A"/>
                </a:solidFill>
                <a:latin typeface="Times New Roman"/>
                <a:cs typeface="Times New Roman"/>
              </a:rPr>
              <a:t> </a:t>
            </a:r>
            <a:r>
              <a:rPr dirty="0" sz="2750" spc="110">
                <a:solidFill>
                  <a:srgbClr val="1F181A"/>
                </a:solidFill>
                <a:latin typeface="Times New Roman"/>
                <a:cs typeface="Times New Roman"/>
              </a:rPr>
              <a:t>of</a:t>
            </a:r>
            <a:r>
              <a:rPr dirty="0" sz="2750" spc="50">
                <a:solidFill>
                  <a:srgbClr val="1F181A"/>
                </a:solidFill>
                <a:latin typeface="Times New Roman"/>
                <a:cs typeface="Times New Roman"/>
              </a:rPr>
              <a:t> </a:t>
            </a:r>
            <a:r>
              <a:rPr dirty="0" sz="2750" spc="155">
                <a:solidFill>
                  <a:srgbClr val="1F181A"/>
                </a:solidFill>
                <a:latin typeface="Times New Roman"/>
                <a:cs typeface="Times New Roman"/>
              </a:rPr>
              <a:t>Completion</a:t>
            </a:r>
            <a:endParaRPr sz="2750">
              <a:latin typeface="Times New Roman"/>
              <a:cs typeface="Times New Roman"/>
            </a:endParaRPr>
          </a:p>
          <a:p>
            <a:pPr marL="2759710">
              <a:lnSpc>
                <a:spcPct val="100000"/>
              </a:lnSpc>
              <a:spcBef>
                <a:spcPts val="365"/>
              </a:spcBef>
            </a:pP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Presented</a:t>
            </a:r>
            <a:r>
              <a:rPr dirty="0" sz="1150" spc="95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60545B"/>
                </a:solidFill>
                <a:latin typeface="Arial"/>
                <a:cs typeface="Arial"/>
              </a:rPr>
              <a:t>to</a:t>
            </a:r>
            <a:endParaRPr sz="1150">
              <a:latin typeface="Arial"/>
              <a:cs typeface="Arial"/>
            </a:endParaRPr>
          </a:p>
          <a:p>
            <a:pPr algn="ctr" marL="1198245">
              <a:lnSpc>
                <a:spcPct val="100000"/>
              </a:lnSpc>
              <a:spcBef>
                <a:spcPts val="735"/>
              </a:spcBef>
            </a:pPr>
            <a:r>
              <a:rPr dirty="0" sz="1500" spc="50" b="1">
                <a:solidFill>
                  <a:srgbClr val="932A3B"/>
                </a:solidFill>
                <a:latin typeface="Arial"/>
                <a:cs typeface="Arial"/>
              </a:rPr>
              <a:t>VADDHIPARTHI</a:t>
            </a:r>
            <a:r>
              <a:rPr dirty="0" sz="1500" spc="285" b="1">
                <a:solidFill>
                  <a:srgbClr val="932A3B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932A3B"/>
                </a:solidFill>
                <a:latin typeface="Arial"/>
                <a:cs typeface="Arial"/>
              </a:rPr>
              <a:t>RAGHU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8307" y="10293601"/>
            <a:ext cx="2719705" cy="107251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840"/>
              </a:spcBef>
            </a:pPr>
            <a:r>
              <a:rPr dirty="0" sz="1150" spc="50">
                <a:solidFill>
                  <a:srgbClr val="60545B"/>
                </a:solidFill>
                <a:latin typeface="Arial"/>
                <a:cs typeface="Arial"/>
              </a:rPr>
              <a:t>For</a:t>
            </a:r>
            <a:r>
              <a:rPr dirty="0" sz="1150" spc="114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the</a:t>
            </a:r>
            <a:r>
              <a:rPr dirty="0" sz="1150" spc="-85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s</a:t>
            </a:r>
            <a:r>
              <a:rPr dirty="0" sz="1150">
                <a:solidFill>
                  <a:srgbClr val="362D31"/>
                </a:solidFill>
                <a:latin typeface="Arial"/>
                <a:cs typeface="Arial"/>
              </a:rPr>
              <a:t>u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ccess</a:t>
            </a:r>
            <a:r>
              <a:rPr dirty="0" sz="1150">
                <a:solidFill>
                  <a:srgbClr val="362D31"/>
                </a:solidFill>
                <a:latin typeface="Arial"/>
                <a:cs typeface="Arial"/>
              </a:rPr>
              <a:t>f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ul</a:t>
            </a:r>
            <a:r>
              <a:rPr dirty="0" sz="1150" spc="20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0545B"/>
                </a:solidFill>
                <a:latin typeface="Arial"/>
                <a:cs typeface="Arial"/>
              </a:rPr>
              <a:t>completio</a:t>
            </a:r>
            <a:r>
              <a:rPr dirty="0" sz="1150" spc="-10">
                <a:solidFill>
                  <a:srgbClr val="362D31"/>
                </a:solidFill>
                <a:latin typeface="Arial"/>
                <a:cs typeface="Arial"/>
              </a:rPr>
              <a:t>n</a:t>
            </a:r>
            <a:r>
              <a:rPr dirty="0" sz="1150" spc="-50">
                <a:solidFill>
                  <a:srgbClr val="362D31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60545B"/>
                </a:solidFill>
                <a:latin typeface="Arial"/>
                <a:cs typeface="Arial"/>
              </a:rPr>
              <a:t>of</a:t>
            </a:r>
            <a:endParaRPr sz="1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300" spc="10" b="1">
                <a:solidFill>
                  <a:srgbClr val="1F181A"/>
                </a:solidFill>
                <a:latin typeface="Arial"/>
                <a:cs typeface="Arial"/>
              </a:rPr>
              <a:t>Introduction</a:t>
            </a:r>
            <a:r>
              <a:rPr dirty="0" sz="1300" spc="430" b="1">
                <a:solidFill>
                  <a:srgbClr val="1F181A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362D31"/>
                </a:solidFill>
                <a:latin typeface="Arial"/>
                <a:cs typeface="Arial"/>
              </a:rPr>
              <a:t>to</a:t>
            </a:r>
            <a:r>
              <a:rPr dirty="0" sz="1300" spc="145" b="1">
                <a:solidFill>
                  <a:srgbClr val="362D31"/>
                </a:solidFill>
                <a:latin typeface="Arial"/>
                <a:cs typeface="Arial"/>
              </a:rPr>
              <a:t>  </a:t>
            </a:r>
            <a:r>
              <a:rPr dirty="0" sz="1300" spc="10" b="1">
                <a:solidFill>
                  <a:srgbClr val="362D31"/>
                </a:solidFill>
                <a:latin typeface="Arial"/>
                <a:cs typeface="Arial"/>
              </a:rPr>
              <a:t>System</a:t>
            </a:r>
            <a:r>
              <a:rPr dirty="0" sz="1300" spc="-5" b="1">
                <a:solidFill>
                  <a:srgbClr val="362D31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62D31"/>
                </a:solidFill>
                <a:latin typeface="Arial"/>
                <a:cs typeface="Arial"/>
              </a:rPr>
              <a:t>Security</a:t>
            </a:r>
            <a:endParaRPr sz="1300">
              <a:latin typeface="Arial"/>
              <a:cs typeface="Arial"/>
            </a:endParaRPr>
          </a:p>
          <a:p>
            <a:pPr marL="433705">
              <a:lnSpc>
                <a:spcPct val="100000"/>
              </a:lnSpc>
              <a:spcBef>
                <a:spcPts val="340"/>
              </a:spcBef>
            </a:pPr>
            <a:r>
              <a:rPr dirty="0" sz="1150">
                <a:solidFill>
                  <a:srgbClr val="362D31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ssued</a:t>
            </a:r>
            <a:r>
              <a:rPr dirty="0" sz="1150" spc="254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on</a:t>
            </a:r>
            <a:r>
              <a:rPr dirty="0" sz="1150" spc="225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D4248"/>
                </a:solidFill>
                <a:latin typeface="Arial"/>
                <a:cs typeface="Arial"/>
              </a:rPr>
              <a:t>March</a:t>
            </a:r>
            <a:r>
              <a:rPr dirty="0" sz="1150" spc="-100">
                <a:solidFill>
                  <a:srgbClr val="4D424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0545B"/>
                </a:solidFill>
                <a:latin typeface="Arial"/>
                <a:cs typeface="Arial"/>
              </a:rPr>
              <a:t>19,</a:t>
            </a:r>
            <a:r>
              <a:rPr dirty="0" sz="1150" spc="-60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4D4248"/>
                </a:solidFill>
                <a:latin typeface="Arial"/>
                <a:cs typeface="Arial"/>
              </a:rPr>
              <a:t>2026</a:t>
            </a:r>
            <a:endParaRPr sz="1150">
              <a:latin typeface="Arial"/>
              <a:cs typeface="Arial"/>
            </a:endParaRPr>
          </a:p>
          <a:p>
            <a:pPr marL="786130">
              <a:lnSpc>
                <a:spcPct val="100000"/>
              </a:lnSpc>
              <a:spcBef>
                <a:spcPts val="605"/>
              </a:spcBef>
            </a:pPr>
            <a:r>
              <a:rPr dirty="0" sz="1150" spc="-10">
                <a:solidFill>
                  <a:srgbClr val="4D4248"/>
                </a:solidFill>
                <a:latin typeface="Arial"/>
                <a:cs typeface="Arial"/>
              </a:rPr>
              <a:t>ID:VFLMS26</a:t>
            </a:r>
            <a:r>
              <a:rPr dirty="0" sz="1150" spc="-10">
                <a:solidFill>
                  <a:srgbClr val="7E7075"/>
                </a:solidFill>
                <a:latin typeface="Arial"/>
                <a:cs typeface="Arial"/>
              </a:rPr>
              <a:t>_</a:t>
            </a:r>
            <a:r>
              <a:rPr dirty="0" sz="1150" spc="-10">
                <a:solidFill>
                  <a:srgbClr val="4D4248"/>
                </a:solidFill>
                <a:latin typeface="Arial"/>
                <a:cs typeface="Arial"/>
              </a:rPr>
              <a:t>1487T7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80833" y="10317887"/>
            <a:ext cx="2890520" cy="104838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650"/>
              </a:spcBef>
            </a:pPr>
            <a:r>
              <a:rPr dirty="0" sz="1150" spc="50">
                <a:solidFill>
                  <a:srgbClr val="4D4248"/>
                </a:solidFill>
                <a:latin typeface="Arial"/>
                <a:cs typeface="Arial"/>
              </a:rPr>
              <a:t>For</a:t>
            </a:r>
            <a:r>
              <a:rPr dirty="0" sz="1150" spc="175">
                <a:solidFill>
                  <a:srgbClr val="4D4248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60545B"/>
                </a:solidFill>
                <a:latin typeface="Arial"/>
                <a:cs typeface="Arial"/>
              </a:rPr>
              <a:t>the successful</a:t>
            </a:r>
            <a:r>
              <a:rPr dirty="0" sz="1150" spc="125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60545B"/>
                </a:solidFill>
                <a:latin typeface="Arial"/>
                <a:cs typeface="Arial"/>
              </a:rPr>
              <a:t>completion</a:t>
            </a:r>
            <a:r>
              <a:rPr dirty="0" sz="1150" spc="130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60545B"/>
                </a:solidFill>
                <a:latin typeface="Arial"/>
                <a:cs typeface="Arial"/>
              </a:rPr>
              <a:t>of</a:t>
            </a:r>
            <a:endParaRPr sz="1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350" spc="135">
                <a:solidFill>
                  <a:srgbClr val="1F181A"/>
                </a:solidFill>
                <a:latin typeface="Arial"/>
                <a:cs typeface="Arial"/>
              </a:rPr>
              <a:t>Protection</a:t>
            </a:r>
            <a:r>
              <a:rPr dirty="0" sz="1350" spc="50">
                <a:solidFill>
                  <a:srgbClr val="1F181A"/>
                </a:solidFill>
                <a:latin typeface="Arial"/>
                <a:cs typeface="Arial"/>
              </a:rPr>
              <a:t> </a:t>
            </a:r>
            <a:r>
              <a:rPr dirty="0" sz="1350" spc="145">
                <a:solidFill>
                  <a:srgbClr val="1F181A"/>
                </a:solidFill>
                <a:latin typeface="Arial"/>
                <a:cs typeface="Arial"/>
              </a:rPr>
              <a:t>from</a:t>
            </a:r>
            <a:r>
              <a:rPr dirty="0" sz="1350" spc="-125">
                <a:solidFill>
                  <a:srgbClr val="1F181A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1F181A"/>
                </a:solidFill>
                <a:latin typeface="Arial"/>
                <a:cs typeface="Arial"/>
              </a:rPr>
              <a:t>Browser</a:t>
            </a:r>
            <a:r>
              <a:rPr dirty="0" sz="1350" spc="-25">
                <a:solidFill>
                  <a:srgbClr val="1F181A"/>
                </a:solidFill>
                <a:latin typeface="Arial"/>
                <a:cs typeface="Arial"/>
              </a:rPr>
              <a:t> </a:t>
            </a:r>
            <a:r>
              <a:rPr dirty="0" sz="1350" spc="110">
                <a:solidFill>
                  <a:srgbClr val="1F181A"/>
                </a:solidFill>
                <a:latin typeface="Arial"/>
                <a:cs typeface="Arial"/>
              </a:rPr>
              <a:t>Attacks</a:t>
            </a:r>
            <a:endParaRPr sz="1350">
              <a:latin typeface="Arial"/>
              <a:cs typeface="Arial"/>
            </a:endParaRPr>
          </a:p>
          <a:p>
            <a:pPr algn="ctr" marR="61594">
              <a:lnSpc>
                <a:spcPct val="100000"/>
              </a:lnSpc>
              <a:spcBef>
                <a:spcPts val="409"/>
              </a:spcBef>
            </a:pPr>
            <a:r>
              <a:rPr dirty="0" sz="1150" spc="60">
                <a:solidFill>
                  <a:srgbClr val="60545B"/>
                </a:solidFill>
                <a:latin typeface="Arial"/>
                <a:cs typeface="Arial"/>
              </a:rPr>
              <a:t>Issued</a:t>
            </a:r>
            <a:r>
              <a:rPr dirty="0" sz="1150" spc="-40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 spc="70">
                <a:solidFill>
                  <a:srgbClr val="60545B"/>
                </a:solidFill>
                <a:latin typeface="Arial"/>
                <a:cs typeface="Arial"/>
              </a:rPr>
              <a:t>on</a:t>
            </a:r>
            <a:r>
              <a:rPr dirty="0" sz="1150" spc="170">
                <a:solidFill>
                  <a:srgbClr val="6054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D4248"/>
                </a:solidFill>
                <a:latin typeface="Arial"/>
                <a:cs typeface="Arial"/>
              </a:rPr>
              <a:t>March</a:t>
            </a:r>
            <a:r>
              <a:rPr dirty="0" sz="1150" spc="-130">
                <a:solidFill>
                  <a:srgbClr val="4D424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D4248"/>
                </a:solidFill>
                <a:latin typeface="Arial"/>
                <a:cs typeface="Arial"/>
              </a:rPr>
              <a:t>19,</a:t>
            </a:r>
            <a:r>
              <a:rPr dirty="0" sz="1150" spc="-95">
                <a:solidFill>
                  <a:srgbClr val="4D4248"/>
                </a:solidFill>
                <a:latin typeface="Arial"/>
                <a:cs typeface="Arial"/>
              </a:rPr>
              <a:t> </a:t>
            </a:r>
            <a:r>
              <a:rPr dirty="0" sz="1150" spc="35">
                <a:solidFill>
                  <a:srgbClr val="60545B"/>
                </a:solidFill>
                <a:latin typeface="Arial"/>
                <a:cs typeface="Arial"/>
              </a:rPr>
              <a:t>2026</a:t>
            </a:r>
            <a:endParaRPr sz="1150">
              <a:latin typeface="Arial"/>
              <a:cs typeface="Arial"/>
            </a:endParaRPr>
          </a:p>
          <a:p>
            <a:pPr marL="798195">
              <a:lnSpc>
                <a:spcPct val="100000"/>
              </a:lnSpc>
              <a:spcBef>
                <a:spcPts val="685"/>
              </a:spcBef>
            </a:pPr>
            <a:r>
              <a:rPr dirty="0" sz="1150" spc="-10">
                <a:solidFill>
                  <a:srgbClr val="60545B"/>
                </a:solidFill>
                <a:latin typeface="Arial"/>
                <a:cs typeface="Arial"/>
              </a:rPr>
              <a:t>ID:V</a:t>
            </a:r>
            <a:r>
              <a:rPr dirty="0" sz="1150" spc="-10">
                <a:solidFill>
                  <a:srgbClr val="362D31"/>
                </a:solidFill>
                <a:latin typeface="Arial"/>
                <a:cs typeface="Arial"/>
              </a:rPr>
              <a:t>FLMS26</a:t>
            </a:r>
            <a:r>
              <a:rPr dirty="0" sz="1150" spc="-10">
                <a:solidFill>
                  <a:srgbClr val="7E7075"/>
                </a:solidFill>
                <a:latin typeface="Arial"/>
                <a:cs typeface="Arial"/>
              </a:rPr>
              <a:t>_</a:t>
            </a:r>
            <a:r>
              <a:rPr dirty="0" sz="1150" spc="-10">
                <a:solidFill>
                  <a:srgbClr val="60545B"/>
                </a:solidFill>
                <a:latin typeface="Arial"/>
                <a:cs typeface="Arial"/>
              </a:rPr>
              <a:t>148</a:t>
            </a:r>
            <a:r>
              <a:rPr dirty="0" sz="1150" spc="-10">
                <a:solidFill>
                  <a:srgbClr val="362D31"/>
                </a:solidFill>
                <a:latin typeface="Arial"/>
                <a:cs typeface="Arial"/>
              </a:rPr>
              <a:t>77</a:t>
            </a:r>
            <a:r>
              <a:rPr dirty="0" sz="1150" spc="-10">
                <a:solidFill>
                  <a:srgbClr val="60545B"/>
                </a:solidFill>
                <a:latin typeface="Arial"/>
                <a:cs typeface="Arial"/>
              </a:rPr>
              <a:t>7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26025"/>
            <a:ext cx="15078075" cy="10052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2026-03-28T14:04:07Z</dcterms:created>
  <dcterms:modified xsi:type="dcterms:W3CDTF">2026-03-28T14:04:07Z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2026-03-28T00:00:00Z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2026-03-28T00:00:00Z</vt:filetime>
  </property>
</Properties>
</file>